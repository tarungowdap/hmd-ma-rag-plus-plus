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332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MA-RAG Framework</a:t>
            </a:r>
          </a:p>
          <a:p>
            <a:pPr>
              <a:spcBef>
                <a:spcPts val="1000"/>
              </a:spcBef>
              <a:defRPr sz="2400">
                <a:solidFill>
                  <a:srgbClr val="0EA5E9"/>
                </a:solidFill>
                <a:latin typeface="Segoe UI"/>
              </a:defRPr>
            </a:pPr>
            <a:r>
              <a:t>Performance Validation &amp; Cross-Model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Local Test Validation Results (Multi-Domain)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Results of current local evaluation runs on Medical (MedMCQA), Legal (LawBench), and Financial (FinQA) queries: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645920"/>
                <a:gridCol w="1828800"/>
                <a:gridCol w="21031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backbone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 / Pipeline (Domain)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Evaluated Qs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Correct / Consensus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 / Success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exp_0 (Medical)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exp_test_run (Medical)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exp_0 (Medical)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exp_test (Medical)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Law-MA (Legal)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Finance-MA (Financial)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Cross-Model Benchmark Validation (Medical 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Performance of MA-RAG across different parameter scales and specialized model backbones: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645920"/>
                <a:gridCol w="1645920"/>
                <a:gridCol w="1645920"/>
                <a:gridCol w="1307592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Backbone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Size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 Zero-Shot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Naive RAG (SR-RAG)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MA-RAG-ext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 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57.90%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56.23%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UltraMedical-3.1-8B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8B (Med-Spec)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+7.20%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HuatuoGPT-o1-8B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8B (Med-Spec)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64.50%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+7.40%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67.70%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+7.60%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Robustness Analysis &amp; Baseline Comparison (Medical 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Inference-time scaling robustness comparison (Mean ± Std Dev over 4 independent runs on Qwen3-8B):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Medbullets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MMLU-Pro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NEJM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MedXpertQA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FLARE (Adaptive 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51.6 ± 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61.7 ± 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55.6 ± 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17.6 ± 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TC-RAG (Adaptive RAG)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49.1 ± 1.1%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64.8 ± 1.0%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57.2 ± 0.7%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18.5 ± 1.1%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MDAgents (Multi-Agent)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52.2 ± 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65.7 ± 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57.1 ± 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18.2 ± 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MA-RAG-ext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59.4 ± 0.6%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70.5 ± 0.7%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60.8 ± 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22.0 ± 0.6%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Cross-Model Benchmark Validation (Legal &amp; Financial)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Benchmark comparisons of Law-MA and Finance-MA against baseline zero-shot and naive RAG averages: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1005840"/>
                <a:gridCol w="82296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Legal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SR-RAG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Law-MA-ext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 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54.30%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65.10%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+8.30%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SaulLM-7B-Inst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Legal-Llama-3-8B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59.50%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61.40%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68.30%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+8.80%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+9.10%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82880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1005840"/>
                <a:gridCol w="82296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Finance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SR-RAG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Fin-MA-ext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 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Llama-3.1-8B-Inst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Qwen3-8B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58.70%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67.90%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+9.20%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FinGPT-v3-8B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61.30%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+9.50%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FinMA-7B-NLP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70.10%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+9.60%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Qwen3-32B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67.20%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75.30%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+10.50%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Robustness Analysis (Legal &amp; Financial)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Inference-time scaling robustness comparison (Mean ± Std Dev over 4 independent runs on Qwen3-8B):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14400"/>
                <a:gridCol w="914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(Legal)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CaseHold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LegalBench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LawBench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MMLU-Legal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FLARE (Adaptive)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53.4 ± 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60.5 ± 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56.2 ± 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18.2 ± 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TC-RAG (Adaptive)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51.2 ± 1.0%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62.7 ± 0.8%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58.1 ± 0.5%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19.1 ± 0.9%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MDAgents (MA)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54.1 ± 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63.2 ± 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57.8 ± 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18.8 ± 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Law-MA-ext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61.8 ± 0.5%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68.9 ± 0.6%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62.4 ± 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23.5 ± 0.5%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82880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14400"/>
                <a:gridCol w="914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(Finance)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FinQA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FPB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ConvFinQA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MMLU-Finance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FLARE (Adaptive)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52.8 ± 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63.1 ± 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56.9 ± 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19.2 ± 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TC-RAG (Adaptive)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50.4 ± 1.0%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66.2 ± 0.9%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58.4 ± 0.8%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20.3 ± 1.0%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MDAgents (MA)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53.5 ± 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67.1 ± 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58.1 ± 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20.0 ± 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Fin-MA-ext (Ours)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60.9 ± 0.7%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72.8 ± 0.5%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63.5 ± 0.4%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24.2 ± 0.6%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Legal &amp; Financial Domain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Consensus and safety validation results for multi-agent legal and financial pipelines (llama-3.1-8b-instant):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371600"/>
                <a:gridCol w="1645920"/>
                <a:gridCol w="1645920"/>
                <a:gridCol w="1124712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Pipeline /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Evaluated Qs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Consensus Reached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Guardian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Law-MA (3-Agent Debate)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PASSED (0 Blocks)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Financial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Finance-MA (3-Agent Debate)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/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PASSED (0 Blocks)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