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74320"/>
            <a:ext cx="9418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DEPARTMENT OF CSE (AI &amp; ML)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Session: June – July 2026</a:t>
            </a:r>
          </a:p>
          <a:p>
            <a:pPr algn="ctr">
              <a:spcAft>
                <a:spcPts val="2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PI Labs Summer Internship</a:t>
            </a:r>
          </a:p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Interim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From Conflict to Consensus: Boosting Medical Reasoning via Multi-Round Agentic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Intern1 : Suhas Sreenath   SRN : [SRN]</a:t>
            </a:r>
          </a:p>
          <a:p>
            <a:pPr algn="ctr">
              <a:spcAft>
                <a:spcPts val="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Intern2 : [Name]           SRN : [SRN]</a:t>
            </a:r>
          </a:p>
          <a:p>
            <a:pPr algn="ctr">
              <a:spcAft>
                <a:spcPts val="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Intern3 : [Name]           SRN : [SRN]</a:t>
            </a:r>
          </a:p>
          <a:p>
            <a:pPr algn="ctr">
              <a:spcAft>
                <a:spcPts val="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Intern4 : [Name]           SRN : [SRN]</a:t>
            </a:r>
          </a:p>
          <a:p>
            <a:pPr algn="ctr">
              <a:spcAft>
                <a:spcPts val="4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Mentor: [Mentor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10149840" cy="36576"/>
          </a:xfrm>
          <a:prstGeom prst="rect">
            <a:avLst/>
          </a:prstGeom>
          <a:solidFill>
            <a:srgbClr val="1B6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Clearly Define the Problem: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Large Language Models generate logical-sounding but factually incorrect medical advice due to hallucinations.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Standard architectures lack peer-review or clinical debate mechanisms to verify outputs before reaching patients.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Vanilla RAG cannot guarantee safety or resolve contradictions when different retrieved journals disagree.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Real-World Relevance: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Incorrect AI clinical recommendations can lead to life-threatening errors or wrong diagnoses.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Safety-first guardrails are essential to prevent prescribing incorrect medications or dosages.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Automatically evaluates consensus and blocks answers when clinical literature is contradictory.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Saves healthcare professionals time spent manually cross-referencing conflicting medical sources.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Provides reliable, debate-proven consensus answers for clinical decision support systems.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Scope and Constraints: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Multi-round debate framework using specialized medical expert personas and dynamic MedCorp retrieval.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Extensible design that can easily expand to other high-stakes fields like law and finance.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• Constraints include high API execution latency, token costs, and vulnerability to server rate limits.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Literature Review /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10149840" cy="36576"/>
          </a:xfrm>
          <a:prstGeom prst="rect">
            <a:avLst/>
          </a:prstGeom>
          <a:solidFill>
            <a:srgbClr val="1B6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Multi-Agent Debate Frameworks: Prior research shows that setting up LLMs to critique each other in a loop improves logical reasoning, but these models still hallucinate clinical facts when not grounded in external evidence.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Medical RAG Systems (e.g., MedRAG): Existing medical QA systems retrieve clinical literature (from the MedCorp corpus) using static queries, but they lack interactive debate and cannot resolve contradictions when source texts disagree.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Knowledge Gaps Identified: Lack of a unified multi-round framework that dynamically analyzes agent disagreements mid-debate to generate targeted search queries to actively retrieve verifying clinical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Methodology /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10149840" cy="36576"/>
          </a:xfrm>
          <a:prstGeom prst="rect">
            <a:avLst/>
          </a:prstGeom>
          <a:solidFill>
            <a:srgbClr val="1B6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Zero-Shot Medical Routing: Evaluates user queries to initiate isolated medical debate sessions.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Multi-Round Persona Debate: Medical Expert A (Primary Care), Expert B (Specialist), and Expert C (Acute Care) generate, critique, and refine answers in parallel rounds.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Active Disagreement Retrieval: A Coordinator agent identifies points of dispute, generates precise search queries, queries MedCorp, and reranks results via MedCPT cross-encoder.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Safety Guardian Layer: Evaluates final consensus, scores clinical confidence (High/Medium/Low), and enforces a safety block if confidence is 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Work Completed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10149840" cy="36576"/>
          </a:xfrm>
          <a:prstGeom prst="rect">
            <a:avLst/>
          </a:prstGeom>
          <a:solidFill>
            <a:srgbClr val="1B6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Retriever Microservice Setup: Deployed local retrieval services running BM25 keyword matching and MedCPT Cross-Encoder reranking.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Medical Agent Pipeline Development: Programmed the 3-expert debate logic, peer critique templates, and moderator synthesis protocols.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Safety Guardian &amp; Consensus Judge: Deployed validation layers to detect factual alignment and audit clinical confidence.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Interactive Testing Interface: Created command-line shells to run and debug multi-round medical debates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Preliminary Results /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10149840" cy="36576"/>
          </a:xfrm>
          <a:prstGeom prst="rect">
            <a:avLst/>
          </a:prstGeom>
          <a:solidFill>
            <a:srgbClr val="1B6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Collaborative Self-Correction: Witnessed Expert B (Specialist) catch and correct an incorrect drug dosage recommendation suggested by Expert A during Round 2 critique.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Guardian Safety Blocking: The Safety Guardian successfully blocked responses to highly ambiguous or dangerous test cases, returning the exact reason for low confidence.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Rate Limit Adjustments: Configured error handling to manage Groq API rate limits (429 errors) during simultaneous agent invocations.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Evaluation Logs: Verified successful test runs on sample MedMCQA multiple-choice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097280" cy="731520"/>
          </a:xfrm>
          <a:prstGeom prst="rect">
            <a:avLst/>
          </a:prstGeom>
        </p:spPr>
      </p:pic>
      <p:pic>
        <p:nvPicPr>
          <p:cNvPr id="3" name="Picture 2" descr="pilab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82880"/>
            <a:ext cx="109728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743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Plan for the Remaining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10149840" cy="36576"/>
          </a:xfrm>
          <a:prstGeom prst="rect">
            <a:avLst/>
          </a:prstGeom>
          <a:solidFill>
            <a:srgbClr val="1B6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601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Batch Evaluation on Dataset: Run the full MedMCQA dataset on the evaluator script (ma_rag_evaluator.py) using Llama-3.1-8B-Instant and Qwen-3-8B.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Analyze Test-Time Scaling: Track and chart how answer accuracy improves as the number of debate rounds and active retrieval loops increases.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Prompt Engineering &amp; Parameter Tuning: Adjust system temperatures and top_k retrieval parameters to optimize answer consensus.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Final Report &amp; Documentation: Compile experimental results and figures, write the final thesis report, and prepare the final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